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9"/>
    <p:sldId id="257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演讲者备注：不应进入导图。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第一章 来源锚点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把导图节点连接到对应幻灯片。</a:t>
            </a:r>
          </a:p>
          <a:p>
            <a:r>
              <a:t>页锚点记录幻灯片序号。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第二章 可编辑导图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导入后的节点仍可重命名、移动、撤销和重新导出。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Import Course</dc:title>
  <dc:subject/>
  <dc:creator>Cat-Thinking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